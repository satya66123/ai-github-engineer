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GitHub Engineer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Notes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AI-powered software engineering platform</a:t>
            </a:r>
          </a:p>
          <a:p>
            <a:pPr>
              <a:defRPr sz="2200"/>
            </a:pPr>
            <a:r>
              <a:t>Python • Streamlit • GitHub REST API • Ollama • OpenAI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Repository analysis</a:t>
            </a:r>
          </a:p>
          <a:p>
            <a:pPr>
              <a:defRPr sz="2200"/>
            </a:pPr>
            <a:r>
              <a:t>• Code review</a:t>
            </a:r>
          </a:p>
          <a:p>
            <a:pPr>
              <a:defRPr sz="2200"/>
            </a:pPr>
            <a:r>
              <a:t>• Documentation</a:t>
            </a:r>
          </a:p>
          <a:p>
            <a:pPr>
              <a:defRPr sz="2200"/>
            </a:pPr>
            <a:r>
              <a:t>• AI engineering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UI → GitHub API → AI Provider → Engineering Modules →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Streamlit</a:t>
            </a:r>
          </a:p>
          <a:p>
            <a:pPr>
              <a:defRPr sz="2200"/>
            </a:pPr>
            <a:r>
              <a:t>GitHub REST API</a:t>
            </a:r>
          </a:p>
          <a:p>
            <a:pPr>
              <a:defRPr sz="2200"/>
            </a:pPr>
            <a:r>
              <a:t>OpenAI</a:t>
            </a:r>
          </a:p>
          <a:p>
            <a:pPr>
              <a:defRPr sz="2200"/>
            </a:pPr>
            <a:r>
              <a:t>Ollama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Development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Phase 1: GitHub</a:t>
            </a:r>
          </a:p>
          <a:p>
            <a:pPr>
              <a:defRPr sz="2200"/>
            </a:pPr>
            <a:r>
              <a:t>Phase 2: Dashboard</a:t>
            </a:r>
          </a:p>
          <a:p>
            <a:pPr>
              <a:defRPr sz="2200"/>
            </a:pPr>
            <a:r>
              <a:t>Phase 3: AI Analysis</a:t>
            </a:r>
          </a:p>
          <a:p>
            <a:pPr>
              <a:defRPr sz="2200"/>
            </a:pPr>
            <a:r>
              <a:t>Phase 4: AI Engineering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Major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Repository Analysis</a:t>
            </a:r>
          </a:p>
          <a:p>
            <a:pPr>
              <a:defRPr sz="2200"/>
            </a:pPr>
            <a:r>
              <a:t>Code Review</a:t>
            </a:r>
          </a:p>
          <a:p>
            <a:pPr>
              <a:defRPr sz="2200"/>
            </a:pPr>
            <a:r>
              <a:t>Repository Score</a:t>
            </a:r>
          </a:p>
          <a:p>
            <a:pPr>
              <a:defRPr sz="2200"/>
            </a:pPr>
            <a:r>
              <a:t>AI Chat</a:t>
            </a:r>
          </a:p>
          <a:p>
            <a:pPr>
              <a:defRPr sz="2200"/>
            </a:pPr>
            <a:r>
              <a:t>PR Review</a:t>
            </a:r>
          </a:p>
          <a:p>
            <a:pPr>
              <a:defRPr sz="2200"/>
            </a:pPr>
            <a:r>
              <a:t>Commit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Provider abstraction</a:t>
            </a:r>
          </a:p>
          <a:p>
            <a:pPr>
              <a:defRPr sz="2200"/>
            </a:pPr>
            <a:r>
              <a:t>Prompt engineering</a:t>
            </a:r>
          </a:p>
          <a:p>
            <a:pPr>
              <a:defRPr sz="2200"/>
            </a:pPr>
            <a:r>
              <a:t>Modular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Architecture</a:t>
            </a:r>
          </a:p>
          <a:p>
            <a:pPr>
              <a:defRPr sz="2200"/>
            </a:pPr>
            <a:r>
              <a:t>API Integration</a:t>
            </a:r>
          </a:p>
          <a:p>
            <a:pPr>
              <a:defRPr sz="2200"/>
            </a:pPr>
            <a:r>
              <a:t>AI Integration</a:t>
            </a:r>
          </a:p>
          <a:p>
            <a:pPr>
              <a:defRPr sz="2200"/>
            </a:pPr>
            <a:r>
              <a:t>Documentation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MCP</a:t>
            </a:r>
          </a:p>
          <a:p>
            <a:pPr>
              <a:defRPr sz="2200"/>
            </a:pPr>
            <a:r>
              <a:t>RAG</a:t>
            </a:r>
          </a:p>
          <a:p>
            <a:pPr>
              <a:defRPr sz="2200"/>
            </a:pPr>
            <a:r>
              <a:t>Plugins</a:t>
            </a:r>
          </a:p>
          <a:p>
            <a:pPr>
              <a:defRPr sz="2200"/>
            </a:pPr>
            <a:r>
              <a:t>Multi-agent 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